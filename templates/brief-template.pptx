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5" name="Rectangle 5"/>
          <p:cNvSpPr>
            <a:spLocks noGrp="1" noChangeArrowheads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altLang="en-US" noProof="0" dirty="0"/>
              <a:t>Click to edit Master title style</a:t>
            </a:r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7" name="Line 8"/>
          <p:cNvSpPr>
            <a:spLocks noChangeShapeType="1"/>
          </p:cNvSpPr>
          <p:nvPr userDrawn="1"/>
        </p:nvSpPr>
        <p:spPr bwMode="auto">
          <a:xfrm flipV="1">
            <a:off x="383365" y="1122363"/>
            <a:ext cx="11329259" cy="38385"/>
          </a:xfrm>
          <a:prstGeom prst="line">
            <a:avLst/>
          </a:prstGeom>
          <a:noFill/>
          <a:ln w="38100">
            <a:solidFill>
              <a:srgbClr val="7030A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8C07F45D-7024-5B53-86A2-B336E93AE04D}"/>
              </a:ext>
            </a:extLst>
          </p:cNvPr>
          <p:cNvSpPr txBox="1">
            <a:spLocks/>
          </p:cNvSpPr>
          <p:nvPr userDrawn="1"/>
        </p:nvSpPr>
        <p:spPr>
          <a:xfrm>
            <a:off x="4912319" y="62211"/>
            <a:ext cx="2367377" cy="252412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25000"/>
              </a:spcAft>
              <a:buClr>
                <a:schemeClr val="tx1"/>
              </a:buClr>
              <a:buSzPct val="100000"/>
              <a:buNone/>
              <a:defRPr sz="1200">
                <a:solidFill>
                  <a:srgbClr val="008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742950" indent="-28575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SzPct val="100000"/>
              <a:buFont typeface="Times New Roman" pitchFamily="18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085850" indent="-2286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SzPct val="100000"/>
              <a:buChar char="o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428750" indent="-2286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2500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rtl="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50000"/>
              </a:spcBef>
              <a:spcAft>
                <a:spcPct val="2500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UNCLASSIFIED </a:t>
            </a: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– Draft 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14AA0404-C38D-584F-C006-9A374A7AA610}"/>
              </a:ext>
            </a:extLst>
          </p:cNvPr>
          <p:cNvSpPr txBox="1">
            <a:spLocks/>
          </p:cNvSpPr>
          <p:nvPr userDrawn="1"/>
        </p:nvSpPr>
        <p:spPr>
          <a:xfrm>
            <a:off x="4914285" y="6606552"/>
            <a:ext cx="2367377" cy="252412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25000"/>
              </a:spcAft>
              <a:buClr>
                <a:schemeClr val="tx1"/>
              </a:buClr>
              <a:buSzPct val="100000"/>
              <a:buNone/>
              <a:defRPr sz="1200">
                <a:solidFill>
                  <a:srgbClr val="008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742950" indent="-28575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SzPct val="100000"/>
              <a:buFont typeface="Times New Roman" pitchFamily="18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085850" indent="-2286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SzPct val="100000"/>
              <a:buChar char="o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428750" indent="-2286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2500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rtl="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50000"/>
              </a:spcBef>
              <a:spcAft>
                <a:spcPct val="2500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UNCLASSIFIED </a:t>
            </a: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– Draft 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472CA3F-2326-F3F4-D5E1-F8684DDB3BE9}"/>
              </a:ext>
            </a:extLst>
          </p:cNvPr>
          <p:cNvGrpSpPr/>
          <p:nvPr userDrawn="1"/>
        </p:nvGrpSpPr>
        <p:grpSpPr>
          <a:xfrm>
            <a:off x="5045540" y="195373"/>
            <a:ext cx="2004908" cy="1904402"/>
            <a:chOff x="7165513" y="1297520"/>
            <a:chExt cx="2987306" cy="2837557"/>
          </a:xfrm>
        </p:grpSpPr>
        <p:pic>
          <p:nvPicPr>
            <p:cNvPr id="5" name="Picture 2" descr="Joint Chiefs of Staff">
              <a:extLst>
                <a:ext uri="{FF2B5EF4-FFF2-40B4-BE49-F238E27FC236}">
                  <a16:creationId xmlns:a16="http://schemas.microsoft.com/office/drawing/2014/main" id="{CC37CA07-66E0-5DA5-A306-560A825AE22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47373" y="1297520"/>
              <a:ext cx="1223587" cy="13807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68184936-F88E-C259-8A15-D2ABC631F1A6}"/>
                </a:ext>
              </a:extLst>
            </p:cNvPr>
            <p:cNvGrpSpPr/>
            <p:nvPr userDrawn="1"/>
          </p:nvGrpSpPr>
          <p:grpSpPr>
            <a:xfrm>
              <a:off x="7165513" y="2730613"/>
              <a:ext cx="2987306" cy="1404464"/>
              <a:chOff x="7165513" y="2868629"/>
              <a:chExt cx="2987306" cy="1404464"/>
            </a:xfrm>
          </p:grpSpPr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0925431B-D26E-FD41-AF13-D0317F512AB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165513" y="2896321"/>
                <a:ext cx="1335491" cy="1376772"/>
              </a:xfrm>
              <a:prstGeom prst="rect">
                <a:avLst/>
              </a:prstGeom>
            </p:spPr>
          </p:pic>
          <p:pic>
            <p:nvPicPr>
              <p:cNvPr id="11" name="Picture 4" descr="USDRE_Round_Main-Logo_rgb_150x150b">
                <a:extLst>
                  <a:ext uri="{FF2B5EF4-FFF2-40B4-BE49-F238E27FC236}">
                    <a16:creationId xmlns:a16="http://schemas.microsoft.com/office/drawing/2014/main" id="{8633BC7A-4D8D-B169-2EAA-D631DB9F671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2075" y="2868629"/>
                <a:ext cx="1380744" cy="138074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</p:spTree>
    <p:extLst>
      <p:ext uri="{BB962C8B-B14F-4D97-AF65-F5344CB8AC3E}">
        <p14:creationId xmlns:p14="http://schemas.microsoft.com/office/powerpoint/2010/main" val="178092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498601"/>
            <a:ext cx="5384800" cy="4525963"/>
          </a:xfr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498601"/>
            <a:ext cx="5384800" cy="4525963"/>
          </a:xfr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 Narrow" panose="020B0606020202030204" pitchFamily="34" charset="0"/>
              </a:defRPr>
            </a:lvl1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en-US" altLang="en-US" b="0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Arial Narrow" panose="020B0606020202030204" pitchFamily="34" charset="0"/>
              </a:defRPr>
            </a:lvl1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fld id="{9F694976-C654-49FA-9F25-D6E013D7A59A}" type="slidenum">
              <a:rPr lang="en-US" altLang="en-US" b="0" smtClean="0">
                <a:solidFill>
                  <a:srgbClr val="000000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t>‹#›</a:t>
            </a:fld>
            <a:endParaRPr lang="en-US" altLang="en-US" b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82075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6207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3B4ED73-E4DF-4306-871B-CD2B3FB529CD}" type="slidenum">
              <a:rPr lang="en-US" altLang="en-US" smtClean="0">
                <a:solidFill>
                  <a:srgbClr val="000000"/>
                </a:solidFill>
                <a:latin typeface="Times New Roman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8186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2054DE9-601A-426D-8B06-CE65FCF5815E}" type="slidenum">
              <a:rPr lang="en-US" altLang="en-US" smtClean="0">
                <a:solidFill>
                  <a:srgbClr val="000000"/>
                </a:solidFill>
                <a:latin typeface="Times New Roman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098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0400" y="228601"/>
            <a:ext cx="9956800" cy="5381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09600" y="1498601"/>
            <a:ext cx="10972800" cy="4525963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3400" y="6399213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9652000" y="64008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83C3822-C730-4F32-BD24-340EF03B5184}" type="slidenum">
              <a:rPr lang="en-US" altLang="en-US" smtClean="0">
                <a:solidFill>
                  <a:srgbClr val="000000"/>
                </a:solidFill>
                <a:latin typeface="Times New Roman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12908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0400" y="228601"/>
            <a:ext cx="9956800" cy="5381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4986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4986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33400" y="6399213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9652000" y="64008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35FCF8F-8C12-4249-8611-47D7975016F4}" type="slidenum">
              <a:rPr lang="en-US" altLang="en-US" smtClean="0">
                <a:solidFill>
                  <a:srgbClr val="000000"/>
                </a:solidFill>
                <a:latin typeface="Times New Roman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21336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569157" y="228600"/>
            <a:ext cx="10216443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BA6EBC26-3A8D-5052-BC72-DB0C67A60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52000" y="6400800"/>
            <a:ext cx="2540000" cy="457200"/>
          </a:xfrm>
        </p:spPr>
        <p:txBody>
          <a:bodyPr/>
          <a:lstStyle/>
          <a:p>
            <a:pPr>
              <a:buFontTx/>
              <a:buNone/>
            </a:pPr>
            <a:fld id="{39AB4B1C-036D-477F-AD03-F40BCA11FA56}" type="slidenum">
              <a:rPr lang="en-US" smtClean="0"/>
              <a:pPr>
                <a:buFontTx/>
                <a:buNone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445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6572" y="1189362"/>
            <a:ext cx="11701125" cy="5228803"/>
          </a:xfrm>
        </p:spPr>
        <p:txBody>
          <a:bodyPr/>
          <a:lstStyle>
            <a:lvl1pPr marL="129779" indent="-129779">
              <a:tabLst/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215504" indent="-85725">
              <a:buSzPct val="75000"/>
              <a:buFont typeface="Arial" panose="020B0604020202020204" pitchFamily="34" charset="0"/>
              <a:buChar char="•"/>
              <a:tabLst/>
              <a:defRPr sz="15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302419" indent="-86916">
              <a:buSzPct val="75000"/>
              <a:buFont typeface="Arial" panose="020B0604020202020204" pitchFamily="34" charset="0"/>
              <a:buChar char="•"/>
              <a:tabLst/>
              <a:defRPr sz="135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389335" indent="-86916">
              <a:buSzPct val="75000"/>
              <a:tabLst/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471488" indent="-82154">
              <a:buSzPct val="75000"/>
              <a:tabLst/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 eaLnBrk="1" hangingPunct="1"/>
            <a:fld id="{6860650D-1EB4-4DEB-A61F-C2766A47F4D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342900" eaLnBrk="1" hangingPunct="1"/>
              <a:t>7/17/2025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/>
          <a:lstStyle/>
          <a:p>
            <a:pPr defTabSz="3429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 eaLnBrk="1" hangingPunct="1"/>
            <a:fld id="{50C3FF5D-59A5-404B-878A-F2C7FC0FD88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342900" eaLnBrk="1" hangingPunct="1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6288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  <p15:guide id="3" pos="395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63CCD-FA84-014B-9C9B-C6D5E35D7C4A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2B7C8-FF0F-1049-9138-250D7CD3FC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816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533400" y="6399213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l" eaLnBrk="0" hangingPunct="0"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spcBef>
                <a:spcPct val="0"/>
              </a:spcBef>
              <a:defRPr/>
            </a:pPr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652000" y="64008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spcBef>
                <a:spcPct val="0"/>
              </a:spcBef>
              <a:defRPr/>
            </a:pPr>
            <a:fld id="{52954F38-7AA9-414E-961E-DD679532D1CC}" type="slidenum">
              <a:rPr lang="en-US" altLang="en-US" smtClean="0">
                <a:solidFill>
                  <a:srgbClr val="000000"/>
                </a:solidFill>
              </a:rPr>
              <a:pPr>
                <a:spcBef>
                  <a:spcPct val="0"/>
                </a:spcBef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930400" y="228601"/>
            <a:ext cx="9956800" cy="7444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6038" tIns="0" rIns="46038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498601"/>
            <a:ext cx="109728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4104" name="Line 8"/>
          <p:cNvSpPr>
            <a:spLocks noChangeShapeType="1"/>
          </p:cNvSpPr>
          <p:nvPr/>
        </p:nvSpPr>
        <p:spPr bwMode="auto">
          <a:xfrm>
            <a:off x="1439483" y="1115281"/>
            <a:ext cx="10273141" cy="7082"/>
          </a:xfrm>
          <a:prstGeom prst="line">
            <a:avLst/>
          </a:prstGeom>
          <a:noFill/>
          <a:ln w="38100">
            <a:solidFill>
              <a:srgbClr val="7030A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DB65FEAC-42C0-3B09-86EE-89F6D82E396D}"/>
              </a:ext>
            </a:extLst>
          </p:cNvPr>
          <p:cNvSpPr txBox="1">
            <a:spLocks/>
          </p:cNvSpPr>
          <p:nvPr userDrawn="1"/>
        </p:nvSpPr>
        <p:spPr>
          <a:xfrm>
            <a:off x="4912319" y="62211"/>
            <a:ext cx="2367377" cy="252412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25000"/>
              </a:spcAft>
              <a:buClr>
                <a:schemeClr val="tx1"/>
              </a:buClr>
              <a:buSzPct val="100000"/>
              <a:buNone/>
              <a:defRPr sz="1200">
                <a:solidFill>
                  <a:srgbClr val="008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742950" indent="-28575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SzPct val="100000"/>
              <a:buFont typeface="Times New Roman" pitchFamily="18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085850" indent="-2286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SzPct val="100000"/>
              <a:buChar char="o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428750" indent="-2286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2500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rtl="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50000"/>
              </a:spcBef>
              <a:spcAft>
                <a:spcPct val="2500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UNCLASSIFIED </a:t>
            </a: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– Draft 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FF54C809-D1AF-86B6-6477-4392D0C19EA6}"/>
              </a:ext>
            </a:extLst>
          </p:cNvPr>
          <p:cNvSpPr txBox="1">
            <a:spLocks/>
          </p:cNvSpPr>
          <p:nvPr userDrawn="1"/>
        </p:nvSpPr>
        <p:spPr>
          <a:xfrm>
            <a:off x="4914285" y="6606552"/>
            <a:ext cx="2367377" cy="252412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25000"/>
              </a:spcAft>
              <a:buClr>
                <a:schemeClr val="tx1"/>
              </a:buClr>
              <a:buSzPct val="100000"/>
              <a:buNone/>
              <a:defRPr sz="1200">
                <a:solidFill>
                  <a:srgbClr val="008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742950" indent="-28575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SzPct val="100000"/>
              <a:buFont typeface="Times New Roman" pitchFamily="18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085850" indent="-2286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buSzPct val="100000"/>
              <a:buChar char="o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428750" indent="-2286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2500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rtl="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50000"/>
              </a:spcBef>
              <a:spcAft>
                <a:spcPct val="2500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UNCLASSIFIED </a:t>
            </a: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– Draft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3EDA54D-173E-8968-B622-D09907273EAA}"/>
              </a:ext>
            </a:extLst>
          </p:cNvPr>
          <p:cNvGrpSpPr/>
          <p:nvPr userDrawn="1"/>
        </p:nvGrpSpPr>
        <p:grpSpPr>
          <a:xfrm>
            <a:off x="73313" y="69008"/>
            <a:ext cx="1546412" cy="1376772"/>
            <a:chOff x="7165513" y="1464609"/>
            <a:chExt cx="2987306" cy="2659601"/>
          </a:xfrm>
        </p:grpSpPr>
        <p:pic>
          <p:nvPicPr>
            <p:cNvPr id="5" name="Picture 2" descr="Joint Chiefs of Staff">
              <a:extLst>
                <a:ext uri="{FF2B5EF4-FFF2-40B4-BE49-F238E27FC236}">
                  <a16:creationId xmlns:a16="http://schemas.microsoft.com/office/drawing/2014/main" id="{000A9702-CEF2-1BB6-9A2E-3C812FECC24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47373" y="1464609"/>
              <a:ext cx="1223586" cy="13807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96CF5C88-2796-2023-D2FE-C15AFF969D61}"/>
                </a:ext>
              </a:extLst>
            </p:cNvPr>
            <p:cNvGrpSpPr/>
            <p:nvPr userDrawn="1"/>
          </p:nvGrpSpPr>
          <p:grpSpPr>
            <a:xfrm>
              <a:off x="7165513" y="2743466"/>
              <a:ext cx="2987306" cy="1380744"/>
              <a:chOff x="7165513" y="2881482"/>
              <a:chExt cx="2987306" cy="1380744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B159F118-3A50-792F-A4B9-8F59927FFA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165513" y="2883468"/>
                <a:ext cx="1335491" cy="1376772"/>
              </a:xfrm>
              <a:prstGeom prst="rect">
                <a:avLst/>
              </a:prstGeom>
            </p:spPr>
          </p:pic>
          <p:pic>
            <p:nvPicPr>
              <p:cNvPr id="8" name="Picture 4" descr="USDRE_Round_Main-Logo_rgb_150x150b">
                <a:extLst>
                  <a:ext uri="{FF2B5EF4-FFF2-40B4-BE49-F238E27FC236}">
                    <a16:creationId xmlns:a16="http://schemas.microsoft.com/office/drawing/2014/main" id="{57333306-013A-DFAD-8133-1076D16BF0F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2075" y="2881482"/>
                <a:ext cx="1380744" cy="138074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</p:spTree>
    <p:extLst>
      <p:ext uri="{BB962C8B-B14F-4D97-AF65-F5344CB8AC3E}">
        <p14:creationId xmlns:p14="http://schemas.microsoft.com/office/powerpoint/2010/main" val="2134286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lnSpc>
          <a:spcPct val="90000"/>
        </a:lnSpc>
        <a:spcBef>
          <a:spcPct val="50000"/>
        </a:spcBef>
        <a:spcAft>
          <a:spcPct val="25000"/>
        </a:spcAft>
        <a:buClr>
          <a:schemeClr val="tx1"/>
        </a:buClr>
        <a:buSzPct val="100000"/>
        <a:buChar char="•"/>
        <a:defRPr sz="28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742950" indent="-285750" algn="l" rtl="0" eaLnBrk="0" fontAlgn="base" hangingPunct="0">
        <a:lnSpc>
          <a:spcPct val="90000"/>
        </a:lnSpc>
        <a:spcBef>
          <a:spcPct val="0"/>
        </a:spcBef>
        <a:spcAft>
          <a:spcPct val="25000"/>
        </a:spcAft>
        <a:buClr>
          <a:schemeClr val="tx1"/>
        </a:buClr>
        <a:buSzPct val="100000"/>
        <a:buFont typeface="Times New Roman" pitchFamily="18" charset="0"/>
        <a:buChar char="–"/>
        <a:defRPr sz="2400">
          <a:solidFill>
            <a:schemeClr val="tx1"/>
          </a:solidFill>
          <a:latin typeface="Times New Roman" panose="02020603050405020304" pitchFamily="18" charset="0"/>
          <a:cs typeface="Times New Roman" panose="02020603050405020304" pitchFamily="18" charset="0"/>
        </a:defRPr>
      </a:lvl2pPr>
      <a:lvl3pPr marL="1085850" indent="-228600" algn="l" rtl="0" eaLnBrk="0" fontAlgn="base" hangingPunct="0">
        <a:lnSpc>
          <a:spcPct val="90000"/>
        </a:lnSpc>
        <a:spcBef>
          <a:spcPct val="0"/>
        </a:spcBef>
        <a:spcAft>
          <a:spcPct val="25000"/>
        </a:spcAft>
        <a:buClr>
          <a:schemeClr val="tx1"/>
        </a:buClr>
        <a:buSzPct val="100000"/>
        <a:buChar char="o"/>
        <a:defRPr sz="2000">
          <a:solidFill>
            <a:schemeClr val="tx1"/>
          </a:solidFill>
          <a:latin typeface="Times New Roman" panose="02020603050405020304" pitchFamily="18" charset="0"/>
          <a:cs typeface="Times New Roman" panose="02020603050405020304" pitchFamily="18" charset="0"/>
        </a:defRPr>
      </a:lvl3pPr>
      <a:lvl4pPr marL="1428750" indent="-228600" algn="l" rtl="0" eaLnBrk="0" fontAlgn="base" hangingPunct="0">
        <a:lnSpc>
          <a:spcPct val="90000"/>
        </a:lnSpc>
        <a:spcBef>
          <a:spcPct val="0"/>
        </a:spcBef>
        <a:spcAft>
          <a:spcPct val="25000"/>
        </a:spcAft>
        <a:buSzPct val="100000"/>
        <a:buChar char="•"/>
        <a:defRPr sz="2000">
          <a:solidFill>
            <a:schemeClr val="tx1"/>
          </a:solidFill>
          <a:latin typeface="Times New Roman" panose="02020603050405020304" pitchFamily="18" charset="0"/>
          <a:cs typeface="Times New Roman" panose="02020603050405020304" pitchFamily="18" charset="0"/>
        </a:defRPr>
      </a:lvl4pPr>
      <a:lvl5pPr marL="2057400" indent="-228600" algn="l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Times New Roman" panose="02020603050405020304" pitchFamily="18" charset="0"/>
          <a:cs typeface="Times New Roman" panose="02020603050405020304" pitchFamily="18" charset="0"/>
        </a:defRPr>
      </a:lvl5pPr>
      <a:lvl6pPr marL="2514600" indent="-228600" algn="l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F3D46-916D-EE5F-C8B0-52F24AA6DAB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7599E4-5BB7-474B-82A9-A2B4986EF52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296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119ECE07-9B92-D46E-4505-87A4C195C1BA}"/>
              </a:ext>
            </a:extLst>
          </p:cNvPr>
          <p:cNvGrpSpPr/>
          <p:nvPr/>
        </p:nvGrpSpPr>
        <p:grpSpPr>
          <a:xfrm>
            <a:off x="4602347" y="1464609"/>
            <a:ext cx="2987306" cy="2659601"/>
            <a:chOff x="7165513" y="1464609"/>
            <a:chExt cx="2987306" cy="2659601"/>
          </a:xfrm>
        </p:grpSpPr>
        <p:pic>
          <p:nvPicPr>
            <p:cNvPr id="6" name="Picture 2" descr="Joint Chiefs of Staff">
              <a:extLst>
                <a:ext uri="{FF2B5EF4-FFF2-40B4-BE49-F238E27FC236}">
                  <a16:creationId xmlns:a16="http://schemas.microsoft.com/office/drawing/2014/main" id="{6590B0F3-31B9-740A-D3EB-C205F0E4C98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47373" y="1464609"/>
              <a:ext cx="1223586" cy="13807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5703B64-468E-5F5A-AA26-410053A85970}"/>
                </a:ext>
              </a:extLst>
            </p:cNvPr>
            <p:cNvGrpSpPr/>
            <p:nvPr/>
          </p:nvGrpSpPr>
          <p:grpSpPr>
            <a:xfrm>
              <a:off x="7165513" y="2743466"/>
              <a:ext cx="2987306" cy="1380744"/>
              <a:chOff x="7165513" y="2881482"/>
              <a:chExt cx="2987306" cy="1380744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FB768303-0A42-71F7-E541-249B68FE7E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165513" y="2883468"/>
                <a:ext cx="1335491" cy="1376772"/>
              </a:xfrm>
              <a:prstGeom prst="rect">
                <a:avLst/>
              </a:prstGeom>
            </p:spPr>
          </p:pic>
          <p:pic>
            <p:nvPicPr>
              <p:cNvPr id="8" name="Picture 4" descr="USDRE_Round_Main-Logo_rgb_150x150b">
                <a:extLst>
                  <a:ext uri="{FF2B5EF4-FFF2-40B4-BE49-F238E27FC236}">
                    <a16:creationId xmlns:a16="http://schemas.microsoft.com/office/drawing/2014/main" id="{5DFB1591-BF8F-8A19-6FC1-EE1075DC59B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2075" y="2881482"/>
                <a:ext cx="1380744" cy="138074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10" name="Title 9">
            <a:extLst>
              <a:ext uri="{FF2B5EF4-FFF2-40B4-BE49-F238E27FC236}">
                <a16:creationId xmlns:a16="http://schemas.microsoft.com/office/drawing/2014/main" id="{D0320DED-1563-9CD1-1D51-061BB9798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Original Seals</a:t>
            </a:r>
          </a:p>
        </p:txBody>
      </p:sp>
    </p:spTree>
    <p:extLst>
      <p:ext uri="{BB962C8B-B14F-4D97-AF65-F5344CB8AC3E}">
        <p14:creationId xmlns:p14="http://schemas.microsoft.com/office/powerpoint/2010/main" val="13911442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97916-ED8F-7567-2BFD-3F943E758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A5D331-CD9D-66E5-803E-7FC542C1E5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069413"/>
      </p:ext>
    </p:extLst>
  </p:cSld>
  <p:clrMapOvr>
    <a:masterClrMapping/>
  </p:clrMapOvr>
</p:sld>
</file>

<file path=ppt/theme/theme1.xml><?xml version="1.0" encoding="utf-8"?>
<a:theme xmlns:a="http://schemas.openxmlformats.org/drawingml/2006/main" name="Joint Staff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114FFB"/>
      </a:accent1>
      <a:accent2>
        <a:srgbClr val="FAFD00"/>
      </a:accent2>
      <a:accent3>
        <a:srgbClr val="FFFFFF"/>
      </a:accent3>
      <a:accent4>
        <a:srgbClr val="000000"/>
      </a:accent4>
      <a:accent5>
        <a:srgbClr val="AAB2FD"/>
      </a:accent5>
      <a:accent6>
        <a:srgbClr val="E3E500"/>
      </a:accent6>
      <a:hlink>
        <a:srgbClr val="114FFB"/>
      </a:hlink>
      <a:folHlink>
        <a:srgbClr val="114FFB"/>
      </a:folHlink>
    </a:clrScheme>
    <a:fontScheme name="Joint Staff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accent1">
                <a:alpha val="50000"/>
              </a:schemeClr>
            </a:gs>
            <a:gs pos="50000">
              <a:srgbClr val="FFFFFF"/>
            </a:gs>
            <a:gs pos="100000">
              <a:schemeClr val="accent1">
                <a:alpha val="50000"/>
              </a:schemeClr>
            </a:gs>
          </a:gsLst>
          <a:lin ang="189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none" lIns="0" tIns="0" rIns="0" bIns="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accent1">
                <a:alpha val="50000"/>
              </a:schemeClr>
            </a:gs>
            <a:gs pos="50000">
              <a:srgbClr val="FFFFFF"/>
            </a:gs>
            <a:gs pos="100000">
              <a:schemeClr val="accent1">
                <a:alpha val="50000"/>
              </a:schemeClr>
            </a:gs>
          </a:gsLst>
          <a:lin ang="189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none" lIns="0" tIns="0" rIns="0" bIns="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Joint Staff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Joint Staff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Joint Staff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Joint Staff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Joint Staff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Joint Staff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Joint Staff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Words>2</Words>
  <Application>Microsoft Office PowerPoint</Application>
  <PresentationFormat>Widescreen</PresentationFormat>
  <Paragraphs>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Arial Narrow</vt:lpstr>
      <vt:lpstr>Calibri</vt:lpstr>
      <vt:lpstr>Times New Roman</vt:lpstr>
      <vt:lpstr>Joint Staff</vt:lpstr>
      <vt:lpstr>PowerPoint Presentation</vt:lpstr>
      <vt:lpstr>Original Seals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Wright, Dominick E CIV OSD OUSD A-S (USA)</dc:creator>
  <cp:lastModifiedBy>Wright, Dominick E CIV OSD OUSD A-S (USA)</cp:lastModifiedBy>
  <cp:revision>1</cp:revision>
  <dcterms:created xsi:type="dcterms:W3CDTF">2025-07-17T18:54:21Z</dcterms:created>
  <dcterms:modified xsi:type="dcterms:W3CDTF">2025-07-17T19:15:40Z</dcterms:modified>
</cp:coreProperties>
</file>